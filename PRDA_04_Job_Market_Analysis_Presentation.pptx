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580869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4E6E1"/>
                </a:solidFill>
              </a:defRPr>
            </a:pPr>
            <a:r>
              <a:rPr dirty="0"/>
              <a:t>PRDA – 04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JOB MARKET ANALYSIS</a:t>
            </a:r>
          </a:p>
          <a:p>
            <a:pPr>
              <a:defRPr sz="2000">
                <a:solidFill>
                  <a:srgbClr val="DCE6F0"/>
                </a:solidFill>
              </a:defRPr>
            </a:pPr>
            <a:r>
              <a:rPr dirty="0"/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389" y="4160520"/>
            <a:ext cx="221509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Submitted by: Mir </a:t>
            </a:r>
            <a:r>
              <a:rPr dirty="0" err="1"/>
              <a:t>Sadab</a:t>
            </a:r>
            <a:r>
              <a:rPr dirty="0"/>
              <a:t> Ali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Tool: Microsoft Power BI</a:t>
            </a:r>
            <a:endParaRPr lang="en-IN" dirty="0"/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Year: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9F89-4A3D-EC4D-038F-0D9AE909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656735" cy="570936"/>
          </a:xfrm>
        </p:spPr>
        <p:txBody>
          <a:bodyPr>
            <a:normAutofit/>
          </a:bodyPr>
          <a:lstStyle/>
          <a:p>
            <a:r>
              <a:rPr lang="en-IN" sz="2500" b="1" dirty="0">
                <a:solidFill>
                  <a:srgbClr val="002060"/>
                </a:solidFill>
                <a:latin typeface="+mn-lt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26AB-77D6-B565-CDCD-2DBD1C73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5574"/>
            <a:ext cx="8229600" cy="4525963"/>
          </a:xfrm>
        </p:spPr>
        <p:txBody>
          <a:bodyPr>
            <a:normAutofit/>
          </a:bodyPr>
          <a:lstStyle/>
          <a:p>
            <a:r>
              <a:rPr lang="en-IN" sz="2200" dirty="0"/>
              <a:t>Project Objectives</a:t>
            </a:r>
          </a:p>
          <a:p>
            <a:r>
              <a:rPr lang="en-IN" sz="2200" dirty="0"/>
              <a:t>Dataset Overview</a:t>
            </a:r>
          </a:p>
          <a:p>
            <a:r>
              <a:rPr lang="en-IN" sz="2200" dirty="0"/>
              <a:t>Data Preparation in Power Query</a:t>
            </a:r>
          </a:p>
          <a:p>
            <a:r>
              <a:rPr lang="en-IN" sz="2200" dirty="0"/>
              <a:t>Executive KPIs</a:t>
            </a:r>
          </a:p>
          <a:p>
            <a:r>
              <a:rPr lang="en-IN" sz="2200" dirty="0"/>
              <a:t>Power BI Dashboard</a:t>
            </a:r>
          </a:p>
          <a:p>
            <a:r>
              <a:rPr lang="en-IN" sz="2200" dirty="0"/>
              <a:t>Job-Market Distribution</a:t>
            </a:r>
          </a:p>
          <a:p>
            <a:r>
              <a:rPr lang="en-IN" sz="2200" dirty="0"/>
              <a:t>Salary Analysis</a:t>
            </a:r>
          </a:p>
          <a:p>
            <a:r>
              <a:rPr lang="en-IN" sz="2200" dirty="0"/>
              <a:t>Company Characteristics</a:t>
            </a:r>
          </a:p>
          <a:p>
            <a:r>
              <a:rPr lang="en-IN" sz="2200" dirty="0"/>
              <a:t>Key Findings</a:t>
            </a:r>
          </a:p>
          <a:p>
            <a:r>
              <a:rPr lang="en-IN" sz="2200" dirty="0"/>
              <a:t>Business Suggestions</a:t>
            </a:r>
          </a:p>
          <a:p>
            <a:r>
              <a:rPr lang="en-IN" sz="2200" dirty="0"/>
              <a:t>Conclusion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32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Analyze job distribution across states, industries, companies, and job titles.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Compare salary levels using minimum, average, and maximum salary measures.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Examine education requirements and company characteristics.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Prepare the data in Power Query and build analytical measures in DAX.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Present findings through a Power BI dashboard and derive business suggestions.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742 job-market records with 42 features.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Major fields: Job Title, Company Name, Location, Founded, Industry, Sector, Revenue, Rating, Salary fields, skills, seniority, and Degree.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Avg Salary(K), Lower Salary, and Upper Salary are represented in USD thousands (K).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Skill indicators use 1 = required and 0 = not required.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rPr dirty="0"/>
              <a:t>-1 represents unavailable information in the source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Data Preparation in Power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Removed FIELD4 because it contained no useful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Cleaned Company_Name by removing the trailing rating text.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Converted skill indicators to numeric whole-number 0/1 fields.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Converted numeric -1 values to null and categorical -1 values to NA/Not Available.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Split Location and Headquarters into city and state fields.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Kept Revenue as categorical ranges rather than creating artificial numeric midpoints.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Executive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rPr dirty="0"/>
              <a:t>Summary of the analyzed job-market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0574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828800"/>
            <a:ext cx="18288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742</a:t>
            </a:r>
          </a:p>
          <a:p>
            <a:pPr algn="ctr">
              <a:defRPr sz="1000">
                <a:solidFill>
                  <a:srgbClr val="232A32"/>
                </a:solidFill>
              </a:defRPr>
            </a:pPr>
            <a:r>
              <a:t>Total Job Postings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508760"/>
            <a:ext cx="20574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44368" y="1828800"/>
            <a:ext cx="18288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343</a:t>
            </a:r>
          </a:p>
          <a:p>
            <a:pPr algn="ctr">
              <a:defRPr sz="1000">
                <a:solidFill>
                  <a:srgbClr val="232A32"/>
                </a:solidFill>
              </a:defRPr>
            </a:pPr>
            <a:r>
              <a:t>Companies Hiring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9" y="1508760"/>
            <a:ext cx="20574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76088" y="1828800"/>
            <a:ext cx="18288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74.75K</a:t>
            </a:r>
          </a:p>
          <a:p>
            <a:pPr algn="ctr">
              <a:defRPr sz="1000">
                <a:solidFill>
                  <a:srgbClr val="232A32"/>
                </a:solidFill>
              </a:defRPr>
            </a:pPr>
            <a:r>
              <a:t>Avg. Minimum Salary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08760"/>
            <a:ext cx="20574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07807" y="1828800"/>
            <a:ext cx="18288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101.48K</a:t>
            </a:r>
          </a:p>
          <a:p>
            <a:pPr algn="ctr">
              <a:defRPr sz="1000">
                <a:solidFill>
                  <a:srgbClr val="232A32"/>
                </a:solidFill>
              </a:defRPr>
            </a:pPr>
            <a:r>
              <a:t>Average Salary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508760"/>
            <a:ext cx="20574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39528" y="1828800"/>
            <a:ext cx="18288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128.21K</a:t>
            </a:r>
          </a:p>
          <a:p>
            <a:pPr algn="ctr">
              <a:defRPr sz="1000">
                <a:solidFill>
                  <a:srgbClr val="232A32"/>
                </a:solidFill>
              </a:defRPr>
            </a:pPr>
            <a:r>
              <a:t>Avg. Maximum Salary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Salary values are shown in USD thousands (K). For example, 101.48K represents approximately $101,480.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Power BI Dashboard</a:t>
            </a:r>
          </a:p>
        </p:txBody>
      </p:sp>
      <p:pic>
        <p:nvPicPr>
          <p:cNvPr id="5" name="Picture 4" descr="image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0607532" cy="53441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Job-Market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California has the largest job-record count among the displayed top states, followed by Massachusetts and New York.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Biotech &amp; Pharmaceuticals is the largest displayed industry by job postings.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Data Scientist is the largest displayed job-title category.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MassMutual, Reynolds American, and Takeda Pharmaceuticals appear among the highest-opening companies in the displayed ranking.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Salary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Overall average salary is 101.48K USD.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Average minimum salary is 74.75K USD and average maximum salary is 128.21K USD.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Average salary differs across states, job-title categories, education groups, and revenue groups.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Salary comparisons are descriptive and should be interpreted within the scope of the 742-row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Company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scatter chart compares company Rating with Average Salary.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visual shows salary variation across different rating values.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Revenue is stored as categorical ranges, so salary-by-revenue is interpreted as a group comparison rather than a continuous correlation.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Company ownership is shown as a part-to-whole distribution using a donut chart.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742 job records are represented across 343 distinct companies.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dashboard reveals clear geographic, industry, company, and job-title concentration.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Salary levels vary across states and role categories, with an overall average of 101.48K USD.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Education and revenue groups show different average salary patterns.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Company rating and salary show variation, but the dashboard does not establish causation.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Later founding-year ranges contain more of the displayed job records, reflecting dataset composition.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Business 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Use state and industry concentration to support recruitment and market-planning decisions.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Use common job titles to guide workforce planning and role-specific skill development.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Use salary measures as broad benchmarks while considering state and title differences.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Use revenue and ownership groups for company segmentation.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Use the available binary skill fields for a deeper skill-demand analysis by job title.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Refresh the Power BI model when new job-market data becomes 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A4A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project converts a 742-row job-market dataset into an interactive Power BI analytical dashboard.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Power Query handled data cleaning and transformation, while DAX provided the core KPI measures.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dashboard combines rankings, salary comparisons, composition, distribution, and relationship analysis.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results can support job-market exploration, compensation benchmarking, workforce planning, and further skill-demand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45257" y="2148840"/>
            <a:ext cx="227100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64768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PRDA-04 | Job Market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777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MIR SADAB ALI</cp:lastModifiedBy>
  <cp:revision>2</cp:revision>
  <dcterms:created xsi:type="dcterms:W3CDTF">2013-01-27T09:14:16Z</dcterms:created>
  <dcterms:modified xsi:type="dcterms:W3CDTF">2026-10-03T13:51:19Z</dcterms:modified>
  <cp:category/>
</cp:coreProperties>
</file>